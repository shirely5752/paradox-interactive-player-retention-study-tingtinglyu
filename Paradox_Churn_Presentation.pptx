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7" r:id="rId6"/>
    <p:sldId id="261" r:id="rId7"/>
    <p:sldId id="280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2EED0-FAD7-E9BE-2260-150757D07DC0}" v="342" dt="2026-03-09T21:45:06.507"/>
    <p1510:client id="{A578592E-BD4F-4C44-B884-822E74893111}" v="91" dt="2026-03-10T13:23:09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3216" autoAdjust="0"/>
  </p:normalViewPr>
  <p:slideViewPr>
    <p:cSldViewPr snapToGrid="0">
      <p:cViewPr varScale="1">
        <p:scale>
          <a:sx n="87" d="100"/>
          <a:sy n="87" d="100"/>
        </p:scale>
        <p:origin x="72" y="404"/>
      </p:cViewPr>
      <p:guideLst>
        <p:guide pos="576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fdcm6@gmail.com" userId="S::urn:spo:guest#allfdcm6@gmail.com::" providerId="AD" clId="Web-{77B2EED0-FAD7-E9BE-2260-150757D07DC0}"/>
    <pc:docChg chg="addSld delSld modSld sldOrd">
      <pc:chgData name="allfdcm6@gmail.com" userId="S::urn:spo:guest#allfdcm6@gmail.com::" providerId="AD" clId="Web-{77B2EED0-FAD7-E9BE-2260-150757D07DC0}" dt="2026-03-09T21:45:05.757" v="265" actId="20577"/>
      <pc:docMkLst>
        <pc:docMk/>
      </pc:docMkLst>
      <pc:sldChg chg="addAnim delAnim">
        <pc:chgData name="allfdcm6@gmail.com" userId="S::urn:spo:guest#allfdcm6@gmail.com::" providerId="AD" clId="Web-{77B2EED0-FAD7-E9BE-2260-150757D07DC0}" dt="2026-03-09T19:52:16.696" v="52"/>
        <pc:sldMkLst>
          <pc:docMk/>
          <pc:sldMk cId="2259308896" sldId="256"/>
        </pc:sldMkLst>
      </pc:sldChg>
      <pc:sldChg chg="addSp delSp modSp ord addAnim delAnim modAnim">
        <pc:chgData name="allfdcm6@gmail.com" userId="S::urn:spo:guest#allfdcm6@gmail.com::" providerId="AD" clId="Web-{77B2EED0-FAD7-E9BE-2260-150757D07DC0}" dt="2026-03-09T21:45:05.757" v="265" actId="20577"/>
        <pc:sldMkLst>
          <pc:docMk/>
          <pc:sldMk cId="1527386939" sldId="261"/>
        </pc:sldMkLst>
        <pc:spChg chg="mod">
          <ac:chgData name="allfdcm6@gmail.com" userId="S::urn:spo:guest#allfdcm6@gmail.com::" providerId="AD" clId="Web-{77B2EED0-FAD7-E9BE-2260-150757D07DC0}" dt="2026-03-09T21:12:35.698" v="166" actId="20577"/>
          <ac:spMkLst>
            <pc:docMk/>
            <pc:sldMk cId="1527386939" sldId="261"/>
            <ac:spMk id="2" creationId="{D543047E-FBFD-4F79-BCA5-10E69740F030}"/>
          </ac:spMkLst>
        </pc:spChg>
        <pc:spChg chg="add mod">
          <ac:chgData name="allfdcm6@gmail.com" userId="S::urn:spo:guest#allfdcm6@gmail.com::" providerId="AD" clId="Web-{77B2EED0-FAD7-E9BE-2260-150757D07DC0}" dt="2026-03-09T21:26:25.966" v="201" actId="20577"/>
          <ac:spMkLst>
            <pc:docMk/>
            <pc:sldMk cId="1527386939" sldId="261"/>
            <ac:spMk id="3" creationId="{42EBA446-388D-6A79-D519-7CCCEA288481}"/>
          </ac:spMkLst>
        </pc:spChg>
        <pc:spChg chg="add del mod">
          <ac:chgData name="allfdcm6@gmail.com" userId="S::urn:spo:guest#allfdcm6@gmail.com::" providerId="AD" clId="Web-{77B2EED0-FAD7-E9BE-2260-150757D07DC0}" dt="2026-03-09T20:37:01.890" v="130"/>
          <ac:spMkLst>
            <pc:docMk/>
            <pc:sldMk cId="1527386939" sldId="261"/>
            <ac:spMk id="3" creationId="{9DC22B5E-0C73-0A11-68FB-877C27F4240F}"/>
          </ac:spMkLst>
        </pc:spChg>
        <pc:spChg chg="add mod">
          <ac:chgData name="allfdcm6@gmail.com" userId="S::urn:spo:guest#allfdcm6@gmail.com::" providerId="AD" clId="Web-{77B2EED0-FAD7-E9BE-2260-150757D07DC0}" dt="2026-03-09T21:45:05.757" v="265" actId="20577"/>
          <ac:spMkLst>
            <pc:docMk/>
            <pc:sldMk cId="1527386939" sldId="261"/>
            <ac:spMk id="4" creationId="{90C0AB48-02EC-14BB-77B1-D59E538E4559}"/>
          </ac:spMkLst>
        </pc:spChg>
        <pc:spChg chg="add del mod">
          <ac:chgData name="allfdcm6@gmail.com" userId="S::urn:spo:guest#allfdcm6@gmail.com::" providerId="AD" clId="Web-{77B2EED0-FAD7-E9BE-2260-150757D07DC0}" dt="2026-03-09T20:36:40.578" v="126"/>
          <ac:spMkLst>
            <pc:docMk/>
            <pc:sldMk cId="1527386939" sldId="261"/>
            <ac:spMk id="5" creationId="{E60AA1D5-4661-47E7-5BB1-0CDFD4C0ED0F}"/>
          </ac:spMkLst>
        </pc:spChg>
        <pc:spChg chg="add mod">
          <ac:chgData name="allfdcm6@gmail.com" userId="S::urn:spo:guest#allfdcm6@gmail.com::" providerId="AD" clId="Web-{77B2EED0-FAD7-E9BE-2260-150757D07DC0}" dt="2026-03-09T21:29:28.917" v="244" actId="1076"/>
          <ac:spMkLst>
            <pc:docMk/>
            <pc:sldMk cId="1527386939" sldId="261"/>
            <ac:spMk id="5" creationId="{E7CF5B70-7D9E-F653-2789-9A0F94B50FD0}"/>
          </ac:spMkLst>
        </pc:spChg>
        <pc:spChg chg="add del">
          <ac:chgData name="allfdcm6@gmail.com" userId="S::urn:spo:guest#allfdcm6@gmail.com::" providerId="AD" clId="Web-{77B2EED0-FAD7-E9BE-2260-150757D07DC0}" dt="2026-03-09T20:37:07.249" v="136"/>
          <ac:spMkLst>
            <pc:docMk/>
            <pc:sldMk cId="1527386939" sldId="261"/>
            <ac:spMk id="12" creationId="{7EC44C67-EE07-315F-24D0-82B106893996}"/>
          </ac:spMkLst>
        </pc:spChg>
        <pc:spChg chg="add del mod">
          <ac:chgData name="allfdcm6@gmail.com" userId="S::urn:spo:guest#allfdcm6@gmail.com::" providerId="AD" clId="Web-{77B2EED0-FAD7-E9BE-2260-150757D07DC0}" dt="2026-03-09T21:31:07.917" v="247"/>
          <ac:spMkLst>
            <pc:docMk/>
            <pc:sldMk cId="1527386939" sldId="261"/>
            <ac:spMk id="18" creationId="{74AB1B9F-BC0D-4728-5E5E-06190236D1C3}"/>
          </ac:spMkLst>
        </pc:spChg>
        <pc:spChg chg="add del mod">
          <ac:chgData name="allfdcm6@gmail.com" userId="S::urn:spo:guest#allfdcm6@gmail.com::" providerId="AD" clId="Web-{77B2EED0-FAD7-E9BE-2260-150757D07DC0}" dt="2026-03-09T21:22:07.482" v="169"/>
          <ac:spMkLst>
            <pc:docMk/>
            <pc:sldMk cId="1527386939" sldId="261"/>
            <ac:spMk id="21" creationId="{7246A9AA-2AB1-A332-3F12-B1042FE730D9}"/>
          </ac:spMkLst>
        </pc:spChg>
        <pc:graphicFrameChg chg="del">
          <ac:chgData name="allfdcm6@gmail.com" userId="S::urn:spo:guest#allfdcm6@gmail.com::" providerId="AD" clId="Web-{77B2EED0-FAD7-E9BE-2260-150757D07DC0}" dt="2026-03-09T20:36:27.406" v="125"/>
          <ac:graphicFrameMkLst>
            <pc:docMk/>
            <pc:sldMk cId="1527386939" sldId="261"/>
            <ac:graphicFrameMk id="6" creationId="{DB23E567-BDB1-4E6F-9EA8-3E4297461AEE}"/>
          </ac:graphicFrameMkLst>
        </pc:graphicFrameChg>
        <pc:picChg chg="add mod modCrop">
          <ac:chgData name="allfdcm6@gmail.com" userId="S::urn:spo:guest#allfdcm6@gmail.com::" providerId="AD" clId="Web-{77B2EED0-FAD7-E9BE-2260-150757D07DC0}" dt="2026-03-09T21:35:17.259" v="256"/>
          <ac:picMkLst>
            <pc:docMk/>
            <pc:sldMk cId="1527386939" sldId="261"/>
            <ac:picMk id="6" creationId="{25C642C1-A3D1-CA5C-643D-FB0B118A7FD7}"/>
          </ac:picMkLst>
        </pc:picChg>
        <pc:picChg chg="add del">
          <ac:chgData name="allfdcm6@gmail.com" userId="S::urn:spo:guest#allfdcm6@gmail.com::" providerId="AD" clId="Web-{77B2EED0-FAD7-E9BE-2260-150757D07DC0}" dt="2026-03-09T20:37:07.249" v="138"/>
          <ac:picMkLst>
            <pc:docMk/>
            <pc:sldMk cId="1527386939" sldId="261"/>
            <ac:picMk id="8" creationId="{65D9E48D-A880-13C4-2F67-2C6DE5DD5DC4}"/>
          </ac:picMkLst>
        </pc:picChg>
        <pc:picChg chg="add del">
          <ac:chgData name="allfdcm6@gmail.com" userId="S::urn:spo:guest#allfdcm6@gmail.com::" providerId="AD" clId="Web-{77B2EED0-FAD7-E9BE-2260-150757D07DC0}" dt="2026-03-09T20:37:07.249" v="137"/>
          <ac:picMkLst>
            <pc:docMk/>
            <pc:sldMk cId="1527386939" sldId="261"/>
            <ac:picMk id="10" creationId="{C13D97FD-E584-0916-5984-DB2D9DDA57AC}"/>
          </ac:picMkLst>
        </pc:picChg>
        <pc:picChg chg="add del">
          <ac:chgData name="allfdcm6@gmail.com" userId="S::urn:spo:guest#allfdcm6@gmail.com::" providerId="AD" clId="Web-{77B2EED0-FAD7-E9BE-2260-150757D07DC0}" dt="2026-03-09T20:37:07.249" v="135"/>
          <ac:picMkLst>
            <pc:docMk/>
            <pc:sldMk cId="1527386939" sldId="261"/>
            <ac:picMk id="14" creationId="{A58484F3-E356-7342-2766-4D39F328CF49}"/>
          </ac:picMkLst>
        </pc:picChg>
        <pc:picChg chg="add del">
          <ac:chgData name="allfdcm6@gmail.com" userId="S::urn:spo:guest#allfdcm6@gmail.com::" providerId="AD" clId="Web-{77B2EED0-FAD7-E9BE-2260-150757D07DC0}" dt="2026-03-09T21:34:15.431" v="252"/>
          <ac:picMkLst>
            <pc:docMk/>
            <pc:sldMk cId="1527386939" sldId="261"/>
            <ac:picMk id="16" creationId="{F14295D6-C4C1-B53C-39D3-8DD455409560}"/>
          </ac:picMkLst>
        </pc:picChg>
        <pc:picChg chg="add del">
          <ac:chgData name="allfdcm6@gmail.com" userId="S::urn:spo:guest#allfdcm6@gmail.com::" providerId="AD" clId="Web-{77B2EED0-FAD7-E9BE-2260-150757D07DC0}" dt="2026-03-09T21:31:09.307" v="248"/>
          <ac:picMkLst>
            <pc:docMk/>
            <pc:sldMk cId="1527386939" sldId="261"/>
            <ac:picMk id="20" creationId="{38047BB0-272D-ED7E-B40C-0017C329633F}"/>
          </ac:picMkLst>
        </pc:picChg>
      </pc:sldChg>
      <pc:sldChg chg="del">
        <pc:chgData name="allfdcm6@gmail.com" userId="S::urn:spo:guest#allfdcm6@gmail.com::" providerId="AD" clId="Web-{77B2EED0-FAD7-E9BE-2260-150757D07DC0}" dt="2026-03-09T20:35:35.048" v="120"/>
        <pc:sldMkLst>
          <pc:docMk/>
          <pc:sldMk cId="554560724" sldId="262"/>
        </pc:sldMkLst>
      </pc:sldChg>
      <pc:sldChg chg="addSp delSp modSp addAnim">
        <pc:chgData name="allfdcm6@gmail.com" userId="S::urn:spo:guest#allfdcm6@gmail.com::" providerId="AD" clId="Web-{77B2EED0-FAD7-E9BE-2260-150757D07DC0}" dt="2026-03-09T21:22:15.279" v="176" actId="20577"/>
        <pc:sldMkLst>
          <pc:docMk/>
          <pc:sldMk cId="445070695" sldId="267"/>
        </pc:sldMkLst>
        <pc:spChg chg="mod">
          <ac:chgData name="allfdcm6@gmail.com" userId="S::urn:spo:guest#allfdcm6@gmail.com::" providerId="AD" clId="Web-{77B2EED0-FAD7-E9BE-2260-150757D07DC0}" dt="2026-03-09T19:50:05.915" v="46" actId="14100"/>
          <ac:spMkLst>
            <pc:docMk/>
            <pc:sldMk cId="445070695" sldId="267"/>
            <ac:spMk id="2" creationId="{42D1A202-23A3-4F3A-AA92-0172C8D2DA06}"/>
          </ac:spMkLst>
        </pc:spChg>
        <pc:spChg chg="add mod">
          <ac:chgData name="allfdcm6@gmail.com" userId="S::urn:spo:guest#allfdcm6@gmail.com::" providerId="AD" clId="Web-{77B2EED0-FAD7-E9BE-2260-150757D07DC0}" dt="2026-03-09T19:48:30.572" v="29" actId="1076"/>
          <ac:spMkLst>
            <pc:docMk/>
            <pc:sldMk cId="445070695" sldId="267"/>
            <ac:spMk id="3" creationId="{EEE21A6E-61AC-CF03-4AA4-511AC2795143}"/>
          </ac:spMkLst>
        </pc:spChg>
        <pc:spChg chg="add mod">
          <ac:chgData name="allfdcm6@gmail.com" userId="S::urn:spo:guest#allfdcm6@gmail.com::" providerId="AD" clId="Web-{77B2EED0-FAD7-E9BE-2260-150757D07DC0}" dt="2026-03-09T20:16:50.321" v="111" actId="20577"/>
          <ac:spMkLst>
            <pc:docMk/>
            <pc:sldMk cId="445070695" sldId="267"/>
            <ac:spMk id="7" creationId="{A38854ED-7FA8-2EB8-E4E2-A9E0A36D4628}"/>
          </ac:spMkLst>
        </pc:spChg>
        <pc:spChg chg="mod">
          <ac:chgData name="allfdcm6@gmail.com" userId="S::urn:spo:guest#allfdcm6@gmail.com::" providerId="AD" clId="Web-{77B2EED0-FAD7-E9BE-2260-150757D07DC0}" dt="2026-03-09T19:49:24.384" v="39" actId="1076"/>
          <ac:spMkLst>
            <pc:docMk/>
            <pc:sldMk cId="445070695" sldId="267"/>
            <ac:spMk id="12" creationId="{295ADACB-8395-A6D2-EE05-319D977CC1ED}"/>
          </ac:spMkLst>
        </pc:spChg>
        <pc:spChg chg="add mod">
          <ac:chgData name="allfdcm6@gmail.com" userId="S::urn:spo:guest#allfdcm6@gmail.com::" providerId="AD" clId="Web-{77B2EED0-FAD7-E9BE-2260-150757D07DC0}" dt="2026-03-09T21:22:15.279" v="176" actId="20577"/>
          <ac:spMkLst>
            <pc:docMk/>
            <pc:sldMk cId="445070695" sldId="267"/>
            <ac:spMk id="15" creationId="{477E3775-9DBF-59B0-2031-CDAFB611EF77}"/>
          </ac:spMkLst>
        </pc:spChg>
        <pc:spChg chg="add del mod">
          <ac:chgData name="allfdcm6@gmail.com" userId="S::urn:spo:guest#allfdcm6@gmail.com::" providerId="AD" clId="Web-{77B2EED0-FAD7-E9BE-2260-150757D07DC0}" dt="2026-03-09T20:10:26.618" v="66"/>
          <ac:spMkLst>
            <pc:docMk/>
            <pc:sldMk cId="445070695" sldId="267"/>
            <ac:spMk id="16" creationId="{29D2705B-6B52-AE1A-7949-194A6795BBFE}"/>
          </ac:spMkLst>
        </pc:spChg>
        <pc:spChg chg="add del mod">
          <ac:chgData name="allfdcm6@gmail.com" userId="S::urn:spo:guest#allfdcm6@gmail.com::" providerId="AD" clId="Web-{77B2EED0-FAD7-E9BE-2260-150757D07DC0}" dt="2026-03-09T20:13:57.212" v="103"/>
          <ac:spMkLst>
            <pc:docMk/>
            <pc:sldMk cId="445070695" sldId="267"/>
            <ac:spMk id="18" creationId="{7FCC7DB5-A097-79BD-2816-F659FFB3E5C8}"/>
          </ac:spMkLst>
        </pc:spChg>
        <pc:picChg chg="add del mod">
          <ac:chgData name="allfdcm6@gmail.com" userId="S::urn:spo:guest#allfdcm6@gmail.com::" providerId="AD" clId="Web-{77B2EED0-FAD7-E9BE-2260-150757D07DC0}" dt="2026-03-09T19:46:30.603" v="24"/>
          <ac:picMkLst>
            <pc:docMk/>
            <pc:sldMk cId="445070695" sldId="267"/>
            <ac:picMk id="8" creationId="{CD4AD2FF-BEC0-25C8-8DDA-E29E4945B76E}"/>
          </ac:picMkLst>
        </pc:picChg>
        <pc:picChg chg="add mod">
          <ac:chgData name="allfdcm6@gmail.com" userId="S::urn:spo:guest#allfdcm6@gmail.com::" providerId="AD" clId="Web-{77B2EED0-FAD7-E9BE-2260-150757D07DC0}" dt="2026-03-09T19:48:34.056" v="30" actId="1076"/>
          <ac:picMkLst>
            <pc:docMk/>
            <pc:sldMk cId="445070695" sldId="267"/>
            <ac:picMk id="10" creationId="{4AEDE8B5-F1CD-259E-A161-484BDCDF5BB0}"/>
          </ac:picMkLst>
        </pc:picChg>
        <pc:picChg chg="mod">
          <ac:chgData name="allfdcm6@gmail.com" userId="S::urn:spo:guest#allfdcm6@gmail.com::" providerId="AD" clId="Web-{77B2EED0-FAD7-E9BE-2260-150757D07DC0}" dt="2026-03-09T20:34:24.721" v="117" actId="1076"/>
          <ac:picMkLst>
            <pc:docMk/>
            <pc:sldMk cId="445070695" sldId="267"/>
            <ac:picMk id="11" creationId="{CE646606-940F-4C41-BC56-6A295533E9C6}"/>
          </ac:picMkLst>
        </pc:picChg>
        <pc:picChg chg="add mod">
          <ac:chgData name="allfdcm6@gmail.com" userId="S::urn:spo:guest#allfdcm6@gmail.com::" providerId="AD" clId="Web-{77B2EED0-FAD7-E9BE-2260-150757D07DC0}" dt="2026-03-09T19:49:19.337" v="38" actId="1076"/>
          <ac:picMkLst>
            <pc:docMk/>
            <pc:sldMk cId="445070695" sldId="267"/>
            <ac:picMk id="13" creationId="{D47FFD8B-A6F9-21A3-B726-28BA100ECDBD}"/>
          </ac:picMkLst>
        </pc:picChg>
        <pc:picChg chg="add mod">
          <ac:chgData name="allfdcm6@gmail.com" userId="S::urn:spo:guest#allfdcm6@gmail.com::" providerId="AD" clId="Web-{77B2EED0-FAD7-E9BE-2260-150757D07DC0}" dt="2026-03-09T19:49:53.556" v="44" actId="1076"/>
          <ac:picMkLst>
            <pc:docMk/>
            <pc:sldMk cId="445070695" sldId="267"/>
            <ac:picMk id="14" creationId="{DFD7A232-285E-7D17-94DA-1BBAFB386D1D}"/>
          </ac:picMkLst>
        </pc:picChg>
        <pc:picChg chg="add mod">
          <ac:chgData name="allfdcm6@gmail.com" userId="S::urn:spo:guest#allfdcm6@gmail.com::" providerId="AD" clId="Web-{77B2EED0-FAD7-E9BE-2260-150757D07DC0}" dt="2026-03-09T20:14:06.977" v="108" actId="1076"/>
          <ac:picMkLst>
            <pc:docMk/>
            <pc:sldMk cId="445070695" sldId="267"/>
            <ac:picMk id="17" creationId="{865BF4C0-513E-75A5-F6FF-DCCACCC44FEA}"/>
          </ac:picMkLst>
        </pc:picChg>
      </pc:sldChg>
      <pc:sldChg chg="del">
        <pc:chgData name="allfdcm6@gmail.com" userId="S::urn:spo:guest#allfdcm6@gmail.com::" providerId="AD" clId="Web-{77B2EED0-FAD7-E9BE-2260-150757D07DC0}" dt="2026-03-09T20:35:33.001" v="119"/>
        <pc:sldMkLst>
          <pc:docMk/>
          <pc:sldMk cId="1129530962" sldId="270"/>
        </pc:sldMkLst>
      </pc:sldChg>
      <pc:sldChg chg="del">
        <pc:chgData name="allfdcm6@gmail.com" userId="S::urn:spo:guest#allfdcm6@gmail.com::" providerId="AD" clId="Web-{77B2EED0-FAD7-E9BE-2260-150757D07DC0}" dt="2026-03-09T20:35:31.626" v="118"/>
        <pc:sldMkLst>
          <pc:docMk/>
          <pc:sldMk cId="2488837578" sldId="271"/>
        </pc:sldMkLst>
      </pc:sldChg>
      <pc:sldChg chg="add replId">
        <pc:chgData name="allfdcm6@gmail.com" userId="S::urn:spo:guest#allfdcm6@gmail.com::" providerId="AD" clId="Web-{77B2EED0-FAD7-E9BE-2260-150757D07DC0}" dt="2026-03-09T21:22:27.341" v="177"/>
        <pc:sldMkLst>
          <pc:docMk/>
          <pc:sldMk cId="2567749549" sldId="280"/>
        </pc:sldMkLst>
      </pc:sldChg>
    </pc:docChg>
  </pc:docChgLst>
  <pc:docChgLst>
    <pc:chgData name="Tingting Lyu" userId="e7f88d32-a64b-4628-b634-19ac5f9b0aba" providerId="ADAL" clId="{C05BFE2C-206A-4DA0-8E63-8D4D21C005FF}"/>
    <pc:docChg chg="undo custSel delSld modSld sldOrd">
      <pc:chgData name="Tingting Lyu" userId="e7f88d32-a64b-4628-b634-19ac5f9b0aba" providerId="ADAL" clId="{C05BFE2C-206A-4DA0-8E63-8D4D21C005FF}" dt="2026-03-10T13:23:12.743" v="358" actId="20577"/>
      <pc:docMkLst>
        <pc:docMk/>
      </pc:docMkLst>
      <pc:sldChg chg="modSp">
        <pc:chgData name="Tingting Lyu" userId="e7f88d32-a64b-4628-b634-19ac5f9b0aba" providerId="ADAL" clId="{C05BFE2C-206A-4DA0-8E63-8D4D21C005FF}" dt="2026-03-10T08:45:25.937" v="9" actId="20577"/>
        <pc:sldMkLst>
          <pc:docMk/>
          <pc:sldMk cId="2259308896" sldId="256"/>
        </pc:sldMkLst>
        <pc:spChg chg="mod">
          <ac:chgData name="Tingting Lyu" userId="e7f88d32-a64b-4628-b634-19ac5f9b0aba" providerId="ADAL" clId="{C05BFE2C-206A-4DA0-8E63-8D4D21C005FF}" dt="2026-03-10T08:45:25.937" v="9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del">
        <pc:chgData name="Tingting Lyu" userId="e7f88d32-a64b-4628-b634-19ac5f9b0aba" providerId="ADAL" clId="{C05BFE2C-206A-4DA0-8E63-8D4D21C005FF}" dt="2026-03-10T11:38:28.727" v="113" actId="47"/>
        <pc:sldMkLst>
          <pc:docMk/>
          <pc:sldMk cId="1639799154" sldId="258"/>
        </pc:sldMkLst>
      </pc:sldChg>
      <pc:sldChg chg="del">
        <pc:chgData name="Tingting Lyu" userId="e7f88d32-a64b-4628-b634-19ac5f9b0aba" providerId="ADAL" clId="{C05BFE2C-206A-4DA0-8E63-8D4D21C005FF}" dt="2026-03-10T11:38:28.369" v="112" actId="47"/>
        <pc:sldMkLst>
          <pc:docMk/>
          <pc:sldMk cId="4212917468" sldId="260"/>
        </pc:sldMkLst>
      </pc:sldChg>
      <pc:sldChg chg="addSp delSp modSp mod addAnim delAnim modAnim">
        <pc:chgData name="Tingting Lyu" userId="e7f88d32-a64b-4628-b634-19ac5f9b0aba" providerId="ADAL" clId="{C05BFE2C-206A-4DA0-8E63-8D4D21C005FF}" dt="2026-03-10T13:23:12.743" v="358" actId="20577"/>
        <pc:sldMkLst>
          <pc:docMk/>
          <pc:sldMk cId="1527386939" sldId="261"/>
        </pc:sldMkLst>
        <pc:spChg chg="mod">
          <ac:chgData name="Tingting Lyu" userId="e7f88d32-a64b-4628-b634-19ac5f9b0aba" providerId="ADAL" clId="{C05BFE2C-206A-4DA0-8E63-8D4D21C005FF}" dt="2026-03-10T10:35:06.520" v="31" actId="1076"/>
          <ac:spMkLst>
            <pc:docMk/>
            <pc:sldMk cId="1527386939" sldId="261"/>
            <ac:spMk id="2" creationId="{D543047E-FBFD-4F79-BCA5-10E69740F030}"/>
          </ac:spMkLst>
        </pc:spChg>
        <pc:spChg chg="del mod">
          <ac:chgData name="Tingting Lyu" userId="e7f88d32-a64b-4628-b634-19ac5f9b0aba" providerId="ADAL" clId="{C05BFE2C-206A-4DA0-8E63-8D4D21C005FF}" dt="2026-03-10T10:41:32.096" v="39" actId="478"/>
          <ac:spMkLst>
            <pc:docMk/>
            <pc:sldMk cId="1527386939" sldId="261"/>
            <ac:spMk id="3" creationId="{42EBA446-388D-6A79-D519-7CCCEA288481}"/>
          </ac:spMkLst>
        </pc:spChg>
        <pc:spChg chg="del mod">
          <ac:chgData name="Tingting Lyu" userId="e7f88d32-a64b-4628-b634-19ac5f9b0aba" providerId="ADAL" clId="{C05BFE2C-206A-4DA0-8E63-8D4D21C005FF}" dt="2026-03-10T10:41:33.782" v="40" actId="478"/>
          <ac:spMkLst>
            <pc:docMk/>
            <pc:sldMk cId="1527386939" sldId="261"/>
            <ac:spMk id="4" creationId="{90C0AB48-02EC-14BB-77B1-D59E538E4559}"/>
          </ac:spMkLst>
        </pc:spChg>
        <pc:spChg chg="mod">
          <ac:chgData name="Tingting Lyu" userId="e7f88d32-a64b-4628-b634-19ac5f9b0aba" providerId="ADAL" clId="{C05BFE2C-206A-4DA0-8E63-8D4D21C005FF}" dt="2026-03-10T13:10:32.176" v="352" actId="21"/>
          <ac:spMkLst>
            <pc:docMk/>
            <pc:sldMk cId="1527386939" sldId="261"/>
            <ac:spMk id="5" creationId="{E7CF5B70-7D9E-F653-2789-9A0F94B50FD0}"/>
          </ac:spMkLst>
        </pc:spChg>
        <pc:spChg chg="del">
          <ac:chgData name="Tingting Lyu" userId="e7f88d32-a64b-4628-b634-19ac5f9b0aba" providerId="ADAL" clId="{C05BFE2C-206A-4DA0-8E63-8D4D21C005FF}" dt="2026-03-10T13:10:58.472" v="353" actId="478"/>
          <ac:spMkLst>
            <pc:docMk/>
            <pc:sldMk cId="1527386939" sldId="261"/>
            <ac:spMk id="23" creationId="{506B7C46-1674-4D98-BA90-890C98167424}"/>
          </ac:spMkLst>
        </pc:spChg>
        <pc:graphicFrameChg chg="add mod modGraphic">
          <ac:chgData name="Tingting Lyu" userId="e7f88d32-a64b-4628-b634-19ac5f9b0aba" providerId="ADAL" clId="{C05BFE2C-206A-4DA0-8E63-8D4D21C005FF}" dt="2026-03-10T13:23:12.743" v="358" actId="20577"/>
          <ac:graphicFrameMkLst>
            <pc:docMk/>
            <pc:sldMk cId="1527386939" sldId="261"/>
            <ac:graphicFrameMk id="11" creationId="{193A6F8E-8866-FA27-967B-2125C47689CF}"/>
          </ac:graphicFrameMkLst>
        </pc:graphicFrameChg>
        <pc:picChg chg="del">
          <ac:chgData name="Tingting Lyu" userId="e7f88d32-a64b-4628-b634-19ac5f9b0aba" providerId="ADAL" clId="{C05BFE2C-206A-4DA0-8E63-8D4D21C005FF}" dt="2026-03-10T09:32:44.802" v="10" actId="478"/>
          <ac:picMkLst>
            <pc:docMk/>
            <pc:sldMk cId="1527386939" sldId="261"/>
            <ac:picMk id="6" creationId="{25C642C1-A3D1-CA5C-643D-FB0B118A7FD7}"/>
          </ac:picMkLst>
        </pc:picChg>
        <pc:picChg chg="add del mod">
          <ac:chgData name="Tingting Lyu" userId="e7f88d32-a64b-4628-b634-19ac5f9b0aba" providerId="ADAL" clId="{C05BFE2C-206A-4DA0-8E63-8D4D21C005FF}" dt="2026-03-10T09:48:54.861" v="17" actId="478"/>
          <ac:picMkLst>
            <pc:docMk/>
            <pc:sldMk cId="1527386939" sldId="261"/>
            <ac:picMk id="8" creationId="{E7B4ABF9-26A5-4A21-4426-61BE7AB386DF}"/>
          </ac:picMkLst>
        </pc:picChg>
        <pc:picChg chg="add del mod modCrop">
          <ac:chgData name="Tingting Lyu" userId="e7f88d32-a64b-4628-b634-19ac5f9b0aba" providerId="ADAL" clId="{C05BFE2C-206A-4DA0-8E63-8D4D21C005FF}" dt="2026-03-10T11:13:29.734" v="83" actId="1076"/>
          <ac:picMkLst>
            <pc:docMk/>
            <pc:sldMk cId="1527386939" sldId="261"/>
            <ac:picMk id="10" creationId="{8BA64240-D51D-6A41-CD65-EC01502A2B7D}"/>
          </ac:picMkLst>
        </pc:picChg>
        <pc:picChg chg="add mod">
          <ac:chgData name="Tingting Lyu" userId="e7f88d32-a64b-4628-b634-19ac5f9b0aba" providerId="ADAL" clId="{C05BFE2C-206A-4DA0-8E63-8D4D21C005FF}" dt="2026-03-10T11:13:38.255" v="86" actId="1076"/>
          <ac:picMkLst>
            <pc:docMk/>
            <pc:sldMk cId="1527386939" sldId="261"/>
            <ac:picMk id="13" creationId="{0E9CAF10-CB2B-4155-D3D7-824655130433}"/>
          </ac:picMkLst>
        </pc:picChg>
      </pc:sldChg>
      <pc:sldChg chg="del">
        <pc:chgData name="Tingting Lyu" userId="e7f88d32-a64b-4628-b634-19ac5f9b0aba" providerId="ADAL" clId="{C05BFE2C-206A-4DA0-8E63-8D4D21C005FF}" dt="2026-03-10T11:38:26.412" v="108" actId="47"/>
        <pc:sldMkLst>
          <pc:docMk/>
          <pc:sldMk cId="3103683689" sldId="268"/>
        </pc:sldMkLst>
      </pc:sldChg>
      <pc:sldChg chg="del">
        <pc:chgData name="Tingting Lyu" userId="e7f88d32-a64b-4628-b634-19ac5f9b0aba" providerId="ADAL" clId="{C05BFE2C-206A-4DA0-8E63-8D4D21C005FF}" dt="2026-03-10T11:38:27.493" v="110" actId="47"/>
        <pc:sldMkLst>
          <pc:docMk/>
          <pc:sldMk cId="1489492820" sldId="273"/>
        </pc:sldMkLst>
      </pc:sldChg>
      <pc:sldChg chg="addSp delSp modSp mod ord modAnim">
        <pc:chgData name="Tingting Lyu" userId="e7f88d32-a64b-4628-b634-19ac5f9b0aba" providerId="ADAL" clId="{C05BFE2C-206A-4DA0-8E63-8D4D21C005FF}" dt="2026-03-10T12:38:51.371" v="340"/>
        <pc:sldMkLst>
          <pc:docMk/>
          <pc:sldMk cId="785934443" sldId="275"/>
        </pc:sldMkLst>
        <pc:spChg chg="mod">
          <ac:chgData name="Tingting Lyu" userId="e7f88d32-a64b-4628-b634-19ac5f9b0aba" providerId="ADAL" clId="{C05BFE2C-206A-4DA0-8E63-8D4D21C005FF}" dt="2026-03-10T12:16:36.962" v="222" actId="20577"/>
          <ac:spMkLst>
            <pc:docMk/>
            <pc:sldMk cId="785934443" sldId="275"/>
            <ac:spMk id="2" creationId="{19256B7E-1633-44AB-8584-82DF5B726834}"/>
          </ac:spMkLst>
        </pc:spChg>
        <pc:spChg chg="mod">
          <ac:chgData name="Tingting Lyu" userId="e7f88d32-a64b-4628-b634-19ac5f9b0aba" providerId="ADAL" clId="{C05BFE2C-206A-4DA0-8E63-8D4D21C005FF}" dt="2026-03-10T12:20:19.273" v="243" actId="20577"/>
          <ac:spMkLst>
            <pc:docMk/>
            <pc:sldMk cId="785934443" sldId="275"/>
            <ac:spMk id="3" creationId="{EFB90AB4-D228-4548-B072-726498212362}"/>
          </ac:spMkLst>
        </pc:spChg>
        <pc:spChg chg="del mod">
          <ac:chgData name="Tingting Lyu" userId="e7f88d32-a64b-4628-b634-19ac5f9b0aba" providerId="ADAL" clId="{C05BFE2C-206A-4DA0-8E63-8D4D21C005FF}" dt="2026-03-10T12:22:50.361" v="320" actId="478"/>
          <ac:spMkLst>
            <pc:docMk/>
            <pc:sldMk cId="785934443" sldId="275"/>
            <ac:spMk id="4" creationId="{950677C9-3E42-427F-93B8-526692906471}"/>
          </ac:spMkLst>
        </pc:spChg>
        <pc:spChg chg="del mod">
          <ac:chgData name="Tingting Lyu" userId="e7f88d32-a64b-4628-b634-19ac5f9b0aba" providerId="ADAL" clId="{C05BFE2C-206A-4DA0-8E63-8D4D21C005FF}" dt="2026-03-10T12:21:43.366" v="302"/>
          <ac:spMkLst>
            <pc:docMk/>
            <pc:sldMk cId="785934443" sldId="275"/>
            <ac:spMk id="5" creationId="{BDB9D020-1E25-453D-83DF-1420ACD3968D}"/>
          </ac:spMkLst>
        </pc:spChg>
        <pc:spChg chg="mod">
          <ac:chgData name="Tingting Lyu" userId="e7f88d32-a64b-4628-b634-19ac5f9b0aba" providerId="ADAL" clId="{C05BFE2C-206A-4DA0-8E63-8D4D21C005FF}" dt="2026-03-10T12:20:26.009" v="255" actId="20577"/>
          <ac:spMkLst>
            <pc:docMk/>
            <pc:sldMk cId="785934443" sldId="275"/>
            <ac:spMk id="6" creationId="{F5018B6D-E395-49AD-92AD-AD69E3AB40C3}"/>
          </ac:spMkLst>
        </pc:spChg>
        <pc:spChg chg="del">
          <ac:chgData name="Tingting Lyu" userId="e7f88d32-a64b-4628-b634-19ac5f9b0aba" providerId="ADAL" clId="{C05BFE2C-206A-4DA0-8E63-8D4D21C005FF}" dt="2026-03-10T12:22:29.240" v="315" actId="478"/>
          <ac:spMkLst>
            <pc:docMk/>
            <pc:sldMk cId="785934443" sldId="275"/>
            <ac:spMk id="7" creationId="{B2838087-D445-4015-BEEA-94686BC175BF}"/>
          </ac:spMkLst>
        </pc:spChg>
        <pc:spChg chg="del">
          <ac:chgData name="Tingting Lyu" userId="e7f88d32-a64b-4628-b634-19ac5f9b0aba" providerId="ADAL" clId="{C05BFE2C-206A-4DA0-8E63-8D4D21C005FF}" dt="2026-03-10T12:22:31.665" v="316" actId="478"/>
          <ac:spMkLst>
            <pc:docMk/>
            <pc:sldMk cId="785934443" sldId="275"/>
            <ac:spMk id="8" creationId="{460CEA2A-51A2-4AA7-8AD0-68D6FEFB76A5}"/>
          </ac:spMkLst>
        </pc:spChg>
        <pc:graphicFrameChg chg="add mod modGraphic">
          <ac:chgData name="Tingting Lyu" userId="e7f88d32-a64b-4628-b634-19ac5f9b0aba" providerId="ADAL" clId="{C05BFE2C-206A-4DA0-8E63-8D4D21C005FF}" dt="2026-03-10T12:23:18.420" v="334" actId="20577"/>
          <ac:graphicFrameMkLst>
            <pc:docMk/>
            <pc:sldMk cId="785934443" sldId="275"/>
            <ac:graphicFrameMk id="10" creationId="{0D1B7998-8962-D08F-6C08-3E40273586B1}"/>
          </ac:graphicFrameMkLst>
        </pc:graphicFrameChg>
      </pc:sldChg>
      <pc:sldChg chg="del">
        <pc:chgData name="Tingting Lyu" userId="e7f88d32-a64b-4628-b634-19ac5f9b0aba" providerId="ADAL" clId="{C05BFE2C-206A-4DA0-8E63-8D4D21C005FF}" dt="2026-03-10T11:38:27.011" v="109" actId="47"/>
        <pc:sldMkLst>
          <pc:docMk/>
          <pc:sldMk cId="413412984" sldId="276"/>
        </pc:sldMkLst>
      </pc:sldChg>
      <pc:sldChg chg="del">
        <pc:chgData name="Tingting Lyu" userId="e7f88d32-a64b-4628-b634-19ac5f9b0aba" providerId="ADAL" clId="{C05BFE2C-206A-4DA0-8E63-8D4D21C005FF}" dt="2026-03-10T11:38:29.424" v="114" actId="47"/>
        <pc:sldMkLst>
          <pc:docMk/>
          <pc:sldMk cId="206891354" sldId="277"/>
        </pc:sldMkLst>
      </pc:sldChg>
      <pc:sldChg chg="del">
        <pc:chgData name="Tingting Lyu" userId="e7f88d32-a64b-4628-b634-19ac5f9b0aba" providerId="ADAL" clId="{C05BFE2C-206A-4DA0-8E63-8D4D21C005FF}" dt="2026-03-10T11:38:30.593" v="115" actId="47"/>
        <pc:sldMkLst>
          <pc:docMk/>
          <pc:sldMk cId="343084878" sldId="278"/>
        </pc:sldMkLst>
      </pc:sldChg>
      <pc:sldChg chg="del">
        <pc:chgData name="Tingting Lyu" userId="e7f88d32-a64b-4628-b634-19ac5f9b0aba" providerId="ADAL" clId="{C05BFE2C-206A-4DA0-8E63-8D4D21C005FF}" dt="2026-03-10T11:38:28" v="111" actId="47"/>
        <pc:sldMkLst>
          <pc:docMk/>
          <pc:sldMk cId="1459801521" sldId="279"/>
        </pc:sldMkLst>
      </pc:sldChg>
      <pc:sldChg chg="addSp delSp modSp mod delAnim modAnim">
        <pc:chgData name="Tingting Lyu" userId="e7f88d32-a64b-4628-b634-19ac5f9b0aba" providerId="ADAL" clId="{C05BFE2C-206A-4DA0-8E63-8D4D21C005FF}" dt="2026-03-10T12:39:05.773" v="343" actId="14100"/>
        <pc:sldMkLst>
          <pc:docMk/>
          <pc:sldMk cId="2567749549" sldId="280"/>
        </pc:sldMkLst>
        <pc:spChg chg="mod">
          <ac:chgData name="Tingting Lyu" userId="e7f88d32-a64b-4628-b634-19ac5f9b0aba" providerId="ADAL" clId="{C05BFE2C-206A-4DA0-8E63-8D4D21C005FF}" dt="2026-03-10T11:24:15.606" v="95" actId="20577"/>
          <ac:spMkLst>
            <pc:docMk/>
            <pc:sldMk cId="2567749549" sldId="280"/>
            <ac:spMk id="2" creationId="{A603D6CE-42E0-8547-75EB-6C059B24C252}"/>
          </ac:spMkLst>
        </pc:spChg>
        <pc:spChg chg="add mod">
          <ac:chgData name="Tingting Lyu" userId="e7f88d32-a64b-4628-b634-19ac5f9b0aba" providerId="ADAL" clId="{C05BFE2C-206A-4DA0-8E63-8D4D21C005FF}" dt="2026-03-10T12:02:44.574" v="163" actId="255"/>
          <ac:spMkLst>
            <pc:docMk/>
            <pc:sldMk cId="2567749549" sldId="280"/>
            <ac:spMk id="8" creationId="{6AF9FCB5-1F22-3FC4-AE64-2EF8010D8450}"/>
          </ac:spMkLst>
        </pc:spChg>
        <pc:spChg chg="add mod">
          <ac:chgData name="Tingting Lyu" userId="e7f88d32-a64b-4628-b634-19ac5f9b0aba" providerId="ADAL" clId="{C05BFE2C-206A-4DA0-8E63-8D4D21C005FF}" dt="2026-03-10T12:39:05.773" v="343" actId="14100"/>
          <ac:spMkLst>
            <pc:docMk/>
            <pc:sldMk cId="2567749549" sldId="280"/>
            <ac:spMk id="10" creationId="{8E2DA19E-D042-2BB4-109B-7D4EF5E00F2F}"/>
          </ac:spMkLst>
        </pc:spChg>
        <pc:spChg chg="add mod">
          <ac:chgData name="Tingting Lyu" userId="e7f88d32-a64b-4628-b634-19ac5f9b0aba" providerId="ADAL" clId="{C05BFE2C-206A-4DA0-8E63-8D4D21C005FF}" dt="2026-03-10T12:04:51.909" v="191" actId="1076"/>
          <ac:spMkLst>
            <pc:docMk/>
            <pc:sldMk cId="2567749549" sldId="280"/>
            <ac:spMk id="12" creationId="{97FD057A-C941-1B0A-10C9-B7798AC966D4}"/>
          </ac:spMkLst>
        </pc:spChg>
        <pc:spChg chg="add mod">
          <ac:chgData name="Tingting Lyu" userId="e7f88d32-a64b-4628-b634-19ac5f9b0aba" providerId="ADAL" clId="{C05BFE2C-206A-4DA0-8E63-8D4D21C005FF}" dt="2026-03-10T12:08:04.334" v="207" actId="108"/>
          <ac:spMkLst>
            <pc:docMk/>
            <pc:sldMk cId="2567749549" sldId="280"/>
            <ac:spMk id="14" creationId="{58F0358D-AE60-550F-6ADD-5B5FF32E581A}"/>
          </ac:spMkLst>
        </pc:spChg>
        <pc:spChg chg="add mod">
          <ac:chgData name="Tingting Lyu" userId="e7f88d32-a64b-4628-b634-19ac5f9b0aba" providerId="ADAL" clId="{C05BFE2C-206A-4DA0-8E63-8D4D21C005FF}" dt="2026-03-10T12:39:02.738" v="342" actId="14100"/>
          <ac:spMkLst>
            <pc:docMk/>
            <pc:sldMk cId="2567749549" sldId="280"/>
            <ac:spMk id="17" creationId="{1001A02E-D47F-FA10-207C-6BC81F819646}"/>
          </ac:spMkLst>
        </pc:spChg>
        <pc:spChg chg="mod">
          <ac:chgData name="Tingting Lyu" userId="e7f88d32-a64b-4628-b634-19ac5f9b0aba" providerId="ADAL" clId="{C05BFE2C-206A-4DA0-8E63-8D4D21C005FF}" dt="2026-03-10T12:01:25.611" v="162" actId="20577"/>
          <ac:spMkLst>
            <pc:docMk/>
            <pc:sldMk cId="2567749549" sldId="280"/>
            <ac:spMk id="18" creationId="{64EB19AA-5ABB-948B-44C5-E784930E82EC}"/>
          </ac:spMkLst>
        </pc:spChg>
        <pc:spChg chg="del">
          <ac:chgData name="Tingting Lyu" userId="e7f88d32-a64b-4628-b634-19ac5f9b0aba" providerId="ADAL" clId="{C05BFE2C-206A-4DA0-8E63-8D4D21C005FF}" dt="2026-03-10T12:05:43.558" v="204" actId="478"/>
          <ac:spMkLst>
            <pc:docMk/>
            <pc:sldMk cId="2567749549" sldId="280"/>
            <ac:spMk id="23" creationId="{64D77CD1-BD46-2490-5B6D-4A2A31C8C1CE}"/>
          </ac:spMkLst>
        </pc:spChg>
        <pc:picChg chg="add del mod modCrop">
          <ac:chgData name="Tingting Lyu" userId="e7f88d32-a64b-4628-b634-19ac5f9b0aba" providerId="ADAL" clId="{C05BFE2C-206A-4DA0-8E63-8D4D21C005FF}" dt="2026-03-10T11:47:20.492" v="118" actId="478"/>
          <ac:picMkLst>
            <pc:docMk/>
            <pc:sldMk cId="2567749549" sldId="280"/>
            <ac:picMk id="4" creationId="{9C26DDF1-1A7A-3201-6DCC-C423B91591E9}"/>
          </ac:picMkLst>
        </pc:picChg>
        <pc:picChg chg="add mod modCrop">
          <ac:chgData name="Tingting Lyu" userId="e7f88d32-a64b-4628-b634-19ac5f9b0aba" providerId="ADAL" clId="{C05BFE2C-206A-4DA0-8E63-8D4D21C005FF}" dt="2026-03-10T12:08:21.199" v="212" actId="1076"/>
          <ac:picMkLst>
            <pc:docMk/>
            <pc:sldMk cId="2567749549" sldId="280"/>
            <ac:picMk id="6" creationId="{6278B984-751A-7695-AD93-8834E0862A5A}"/>
          </ac:picMkLst>
        </pc:picChg>
        <pc:picChg chg="mod">
          <ac:chgData name="Tingting Lyu" userId="e7f88d32-a64b-4628-b634-19ac5f9b0aba" providerId="ADAL" clId="{C05BFE2C-206A-4DA0-8E63-8D4D21C005FF}" dt="2026-03-10T12:08:30.102" v="214" actId="14100"/>
          <ac:picMkLst>
            <pc:docMk/>
            <pc:sldMk cId="2567749549" sldId="280"/>
            <ac:picMk id="16" creationId="{C74CB0A0-6212-E444-9088-FA660706FF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FD71-DE7D-47EA-BD5F-935596C85A92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89DD0-1E8D-4B61-ADE9-B87318B81B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3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9DD0-1E8D-4B61-ADE9-B87318B81B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3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9DD0-1E8D-4B61-ADE9-B87318B81BF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9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603504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724" y="3236493"/>
            <a:ext cx="5149596" cy="1448385"/>
          </a:xfrm>
          <a:solidFill>
            <a:schemeClr val="bg1">
              <a:alpha val="80000"/>
            </a:schemeClr>
          </a:solidFill>
        </p:spPr>
        <p:txBody>
          <a:bodyPr lIns="502920" bIns="137160" anchor="b">
            <a:normAutofit/>
          </a:bodyPr>
          <a:lstStyle>
            <a:lvl1pPr algn="l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  <a:solidFill>
            <a:schemeClr val="bg1">
              <a:alpha val="80000"/>
            </a:schemeClr>
          </a:solidFill>
        </p:spPr>
        <p:txBody>
          <a:bodyPr lIns="502920">
            <a:normAutofit/>
          </a:bodyPr>
          <a:lstStyle>
            <a:lvl1pPr marL="0" indent="0" algn="l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6C8C1-E81C-436D-A310-A71CAAE33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86500" y="946404"/>
            <a:ext cx="5486400" cy="49651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103120"/>
            <a:ext cx="3848101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421" y="1600200"/>
            <a:ext cx="2743199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F7B6DF9-E76A-44ED-B84C-1391CD5D5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93262"/>
            <a:ext cx="2743200" cy="3071477"/>
          </a:xfrm>
        </p:spPr>
        <p:txBody>
          <a:bodyPr anchor="ctr" anchorCtr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CB9306-A7FD-4B22-8E8A-E0B8D7862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624728" y="3747150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2583" y="2102720"/>
            <a:ext cx="5422217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143000"/>
            <a:ext cx="5486400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C2C3F7-8611-4C35-8251-0FD61D72D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0" y="3500407"/>
            <a:ext cx="4572000" cy="1888373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5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-2"/>
            <a:ext cx="12188952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67250"/>
            <a:ext cx="9144000" cy="121218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>
            <a:normAutofit/>
          </a:bodyPr>
          <a:lstStyle>
            <a:lvl1pPr marL="0" indent="0" algn="ctr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42BA18D-167B-42CD-8DD5-844A2087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19A9BF1-35FD-4BDE-9C59-E08CB7A7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2A2A47-BED9-43DF-8914-AD1EB274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0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BA353-19B1-4A04-A7EE-345F93C189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2491" y="946404"/>
            <a:ext cx="5486400" cy="4965192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4857A-B6DC-4F0A-AD6B-243F6C085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109" y="2386584"/>
            <a:ext cx="4315968" cy="2084832"/>
          </a:xfrm>
        </p:spPr>
        <p:txBody>
          <a:bodyPr anchor="t">
            <a:normAutofit/>
          </a:bodyPr>
          <a:lstStyle>
            <a:lvl1pPr>
              <a:defRPr sz="3400" spc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8717D35-8E1B-4C94-BA72-91D4DCA657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471416"/>
            <a:ext cx="3584448" cy="63767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spc="1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15B60AE-D6AB-472C-8342-2A3EB5349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93208" y="1600200"/>
            <a:ext cx="2286000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B5B262-532A-4EE4-98E7-0EB6A8C56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27251" y="114592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11277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52808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3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376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17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117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91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9175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7498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7498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4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725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4077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97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97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1719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1718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9720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9719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349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4349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3896D737-6139-4405-A7F2-E08C421815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9730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721A36A5-FCF3-4EE8-B5F2-41805C3F6A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49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630D673-CB21-40A3-A7BE-C996B20D681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97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0C83EF20-1DF8-43B4-B982-A382FF884E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46082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D09C98-5809-41AD-B215-493A3D741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002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9E3214F0-FC83-402F-BAC5-ED48275327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02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39B0FB7F-A1FC-40D1-ACFC-C3C966F9BC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51767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15EB3CBA-DD9B-449B-9B72-1917801771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1766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BA47B66D-8891-4AE7-98BE-3CFE9CDB5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9768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929AE99A-6054-4B2F-B99D-FE4F682613D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99767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D1F32591-7BBD-4006-AEA0-29F43CDADC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54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7BC780CD-8E77-4D0E-A436-DCB2AA0C15C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54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2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spc="3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8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F765-81DF-4CD4-A737-DDE62C84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67C45-8307-4F47-91BB-229B740A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F83D-D593-4D91-ADFA-C49B837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776643-6C33-46CD-A918-AB0CEA571F00}"/>
              </a:ext>
            </a:extLst>
          </p:cNvPr>
          <p:cNvSpPr/>
          <p:nvPr userDrawn="1"/>
        </p:nvSpPr>
        <p:spPr>
          <a:xfrm>
            <a:off x="6086475" y="1682496"/>
            <a:ext cx="563880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E62D2-A055-4712-92CC-4B02419D51FB}"/>
              </a:ext>
            </a:extLst>
          </p:cNvPr>
          <p:cNvSpPr/>
          <p:nvPr userDrawn="1"/>
        </p:nvSpPr>
        <p:spPr>
          <a:xfrm>
            <a:off x="457200" y="1681163"/>
            <a:ext cx="563880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9640" y="1844259"/>
            <a:ext cx="3657600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9640" y="2668171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0133" y="1808163"/>
            <a:ext cx="4703841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0134" y="2632075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C89FBE-3029-4F92-8308-F830BB14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58712" y="1681163"/>
            <a:ext cx="374904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0A4C88-FF32-4096-9EA9-EC22D3682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1097" y="1682496"/>
            <a:ext cx="374904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7559B-132E-4A6E-ADBE-41DB38EC8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76" y="1681163"/>
            <a:ext cx="3749040" cy="45720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90825"/>
            <a:ext cx="2971800" cy="3248025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101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188" y="2790825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F7BCB16-19B7-48F6-94CD-563F439887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34" y="1976438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FBB2F8D-6092-468C-BA48-836286C6B7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800350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63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5633F8-C03D-4CEE-BEDD-1B6648554C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628" y="685800"/>
            <a:ext cx="3200400" cy="5486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DC27-A467-4265-AAB1-754D3F86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50230"/>
            <a:ext cx="5009147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CC7B6-D9ED-464B-8206-98055EB53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490788"/>
            <a:ext cx="4572000" cy="353695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 spc="30" baseline="0"/>
            </a:lvl1pPr>
            <a:lvl2pPr marL="457200" indent="0">
              <a:lnSpc>
                <a:spcPts val="2400"/>
              </a:lnSpc>
              <a:buNone/>
              <a:defRPr sz="1400" spc="30" baseline="0"/>
            </a:lvl2pPr>
            <a:lvl3pPr marL="914400" indent="0">
              <a:lnSpc>
                <a:spcPts val="2400"/>
              </a:lnSpc>
              <a:buNone/>
              <a:defRPr sz="1400" spc="30" baseline="0"/>
            </a:lvl3pPr>
            <a:lvl4pPr marL="1371600" indent="0">
              <a:lnSpc>
                <a:spcPts val="2400"/>
              </a:lnSpc>
              <a:buNone/>
              <a:defRPr sz="1400" spc="30" baseline="0"/>
            </a:lvl4pPr>
            <a:lvl5pPr marL="1828800" indent="0">
              <a:lnSpc>
                <a:spcPts val="2400"/>
              </a:lnSpc>
              <a:buNone/>
              <a:defRPr sz="1400" spc="3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743C040-0A81-4A38-879D-07BBD18423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81800" y="2492375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BDD4A8-3B48-439C-B601-8D04B871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761136" y="5210984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587044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3490624"/>
            <a:ext cx="4571999" cy="1235382"/>
          </a:xfrm>
          <a:solidFill>
            <a:schemeClr val="bg1">
              <a:alpha val="80000"/>
            </a:schemeClr>
          </a:solidFill>
        </p:spPr>
        <p:txBody>
          <a:bodyPr lIns="457200" bIns="137160" anchor="b">
            <a:normAutofit/>
          </a:bodyPr>
          <a:lstStyle>
            <a:lvl1pPr algn="l">
              <a:defRPr sz="36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  <a:solidFill>
            <a:schemeClr val="bg1">
              <a:alpha val="80000"/>
            </a:schemeClr>
          </a:solidFill>
        </p:spPr>
        <p:txBody>
          <a:bodyPr lIns="502920" rIns="2103120">
            <a:normAutofit/>
          </a:bodyPr>
          <a:lstStyle>
            <a:lvl1pPr marL="0" indent="0" algn="l">
              <a:buNone/>
              <a:defRPr sz="1400" spc="40" baseline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B6E25-C828-48BC-8628-82D1E81A50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0386C-9F0A-4DAC-822E-DEC8EA1DDE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A59EB-A4AA-43EC-A853-BDDFB7AB3D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7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62B82C-34E9-4F3B-9B0F-A3207161C41E}"/>
              </a:ext>
            </a:extLst>
          </p:cNvPr>
          <p:cNvSpPr/>
          <p:nvPr userDrawn="1"/>
        </p:nvSpPr>
        <p:spPr>
          <a:xfrm>
            <a:off x="10820400" y="813816"/>
            <a:ext cx="137160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70" r:id="rId4"/>
    <p:sldLayoutId id="2147483672" r:id="rId5"/>
    <p:sldLayoutId id="2147483654" r:id="rId6"/>
    <p:sldLayoutId id="2147483658" r:id="rId7"/>
    <p:sldLayoutId id="2147483660" r:id="rId8"/>
    <p:sldLayoutId id="2147483671" r:id="rId9"/>
    <p:sldLayoutId id="2147483650" r:id="rId10"/>
    <p:sldLayoutId id="2147483667" r:id="rId11"/>
    <p:sldLayoutId id="2147483668" r:id="rId12"/>
    <p:sldLayoutId id="2147483662" r:id="rId13"/>
    <p:sldLayoutId id="214748366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" baseline="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392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frosty pine leaves&#10;">
            <a:extLst>
              <a:ext uri="{FF2B5EF4-FFF2-40B4-BE49-F238E27FC236}">
                <a16:creationId xmlns:a16="http://schemas.microsoft.com/office/drawing/2014/main" id="{E700099C-08E5-415B-A866-CD9A073DCD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724" y="411480"/>
            <a:ext cx="11274552" cy="60350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3236493"/>
            <a:ext cx="5149596" cy="1448385"/>
          </a:xfrm>
        </p:spPr>
        <p:txBody>
          <a:bodyPr>
            <a:normAutofit/>
          </a:bodyPr>
          <a:lstStyle/>
          <a:p>
            <a:r>
              <a:rPr lang="en-US" dirty="0"/>
              <a:t>Player Churn Analysis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</p:spPr>
        <p:txBody>
          <a:bodyPr>
            <a:normAutofit/>
          </a:bodyPr>
          <a:lstStyle/>
          <a:p>
            <a:r>
              <a:rPr lang="en-US" dirty="0" err="1"/>
              <a:t>TingtingLyu</a:t>
            </a:r>
            <a:r>
              <a:rPr lang="en-US" dirty="0"/>
              <a:t>(</a:t>
            </a:r>
            <a:r>
              <a:rPr lang="en-US" dirty="0" err="1"/>
              <a:t>Tangtang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48" y="850230"/>
            <a:ext cx="4920799" cy="994258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Foundations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9" name="Picture Placeholder 8" descr="Close up of frosty covered pine needles&#10;&#10;">
            <a:extLst>
              <a:ext uri="{FF2B5EF4-FFF2-40B4-BE49-F238E27FC236}">
                <a16:creationId xmlns:a16="http://schemas.microsoft.com/office/drawing/2014/main" id="{CA93B263-80B8-4F32-B69B-548E670DBC4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2628" y="685800"/>
            <a:ext cx="3200400" cy="54864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A4191-370F-457D-B29E-28C5107E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pic>
        <p:nvPicPr>
          <p:cNvPr id="11" name="Picture Placeholder 10" descr="A small bird on a snow covered branch&#10;&#10;">
            <a:extLst>
              <a:ext uri="{FF2B5EF4-FFF2-40B4-BE49-F238E27FC236}">
                <a16:creationId xmlns:a16="http://schemas.microsoft.com/office/drawing/2014/main" id="{CE646606-940F-4C41-BC56-6A295533E9C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0061" y="2404027"/>
            <a:ext cx="2286000" cy="25146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77F7-5C75-4099-A9A8-D6469639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11E52-FFC6-40C5-B370-26EA23A5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ADACB-8395-A6D2-EE05-319D977CC1ED}"/>
              </a:ext>
            </a:extLst>
          </p:cNvPr>
          <p:cNvSpPr txBox="1"/>
          <p:nvPr/>
        </p:nvSpPr>
        <p:spPr>
          <a:xfrm>
            <a:off x="987287" y="3428118"/>
            <a:ext cx="5637357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endParaRPr lang="en-US" sz="2000" b="1" dirty="0">
              <a:ea typeface="Source Sans Pro Light"/>
            </a:endParaRPr>
          </a:p>
          <a:p>
            <a:endParaRPr lang="en-US" sz="2000" dirty="0"/>
          </a:p>
          <a:p>
            <a:endParaRPr lang="en-US" sz="2000" b="1" dirty="0">
              <a:ea typeface="Source Sans Pro Light"/>
            </a:endParaRPr>
          </a:p>
          <a:p>
            <a:endParaRPr lang="en-US" sz="2000" dirty="0"/>
          </a:p>
          <a:p>
            <a:r>
              <a:rPr lang="en-US" sz="2000" b="1" dirty="0"/>
              <a:t>3. Environmental Context (The "External Bias")</a:t>
            </a:r>
            <a:endParaRPr lang="en-US" sz="2000" dirty="0">
              <a:ea typeface="Source Sans Pro Light"/>
            </a:endParaRPr>
          </a:p>
          <a:p>
            <a:r>
              <a:rPr lang="en-US" sz="2000" dirty="0"/>
              <a:t>Country</a:t>
            </a:r>
            <a:endParaRPr lang="en-US" sz="2000" dirty="0">
              <a:ea typeface="Source Sans Pro Ligh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E21A6E-61AC-CF03-4AA4-511AC2795143}"/>
              </a:ext>
            </a:extLst>
          </p:cNvPr>
          <p:cNvSpPr txBox="1"/>
          <p:nvPr/>
        </p:nvSpPr>
        <p:spPr>
          <a:xfrm>
            <a:off x="989528" y="2173941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000" b="1" baseline="0">
                <a:latin typeface="Source Sans Pro Light"/>
                <a:ea typeface="Segoe UI"/>
                <a:cs typeface="Segoe UI"/>
              </a:rPr>
              <a:t>1. Recency &amp; Activity (The "Heartbeat")</a:t>
            </a:r>
            <a:r>
              <a:rPr lang="en-US" sz="2000">
                <a:latin typeface="Source Sans Pro Light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000" baseline="0">
                <a:latin typeface="Source Sans Pro Light"/>
                <a:ea typeface="Segoe UI"/>
                <a:cs typeface="Segoe UI"/>
              </a:rPr>
              <a:t>Sessions in the last 7 days</a:t>
            </a:r>
          </a:p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8854ED-7FA8-2EB8-E4E2-A9E0A36D4628}"/>
              </a:ext>
            </a:extLst>
          </p:cNvPr>
          <p:cNvSpPr txBox="1"/>
          <p:nvPr/>
        </p:nvSpPr>
        <p:spPr>
          <a:xfrm>
            <a:off x="989528" y="3160059"/>
            <a:ext cx="6096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000" b="1" baseline="0">
                <a:latin typeface="Source Sans Pro Light"/>
                <a:ea typeface="Segoe UI"/>
                <a:cs typeface="Segoe UI"/>
              </a:rPr>
              <a:t>2. Investment &amp; Loyalty (The "Sunk Cost")</a:t>
            </a:r>
            <a:r>
              <a:rPr lang="en-US" sz="2000">
                <a:latin typeface="Source Sans Pro Light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000" u="sng" baseline="0">
                <a:latin typeface="Source Sans Pro Light"/>
                <a:ea typeface="Segoe UI"/>
                <a:cs typeface="Segoe UI"/>
              </a:rPr>
              <a:t>Total playtime</a:t>
            </a:r>
            <a:r>
              <a:rPr lang="en-US" sz="2000">
                <a:latin typeface="Source Sans Pro Light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000" baseline="0">
                <a:latin typeface="Source Sans Pro Light"/>
                <a:ea typeface="Segoe UI"/>
                <a:cs typeface="Segoe UI"/>
              </a:rPr>
              <a:t>DLC ownership</a:t>
            </a:r>
            <a:r>
              <a:rPr lang="en-US" sz="2000">
                <a:latin typeface="Source Sans Pro Light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000" u="sng" baseline="0">
                <a:latin typeface="Source Sans Pro Light"/>
                <a:ea typeface="Segoe UI"/>
                <a:cs typeface="Segoe UI"/>
              </a:rPr>
              <a:t>Total lifetime playtime</a:t>
            </a:r>
          </a:p>
          <a:p>
            <a:pPr algn="ctr"/>
            <a:endParaRPr lang="zh-CN" altLang="en-US"/>
          </a:p>
        </p:txBody>
      </p:sp>
      <p:pic>
        <p:nvPicPr>
          <p:cNvPr id="10" name="图形 9" descr="搏动的心 纯色填充">
            <a:extLst>
              <a:ext uri="{FF2B5EF4-FFF2-40B4-BE49-F238E27FC236}">
                <a16:creationId xmlns:a16="http://schemas.microsoft.com/office/drawing/2014/main" id="{4AEDE8B5-F1CD-259E-A161-484BDCDF5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756" y="2176669"/>
            <a:ext cx="450574" cy="450574"/>
          </a:xfrm>
          <a:prstGeom prst="rect">
            <a:avLst/>
          </a:prstGeom>
        </p:spPr>
      </p:pic>
      <p:pic>
        <p:nvPicPr>
          <p:cNvPr id="13" name="图形 12" descr="奖杯 纯色填充">
            <a:extLst>
              <a:ext uri="{FF2B5EF4-FFF2-40B4-BE49-F238E27FC236}">
                <a16:creationId xmlns:a16="http://schemas.microsoft.com/office/drawing/2014/main" id="{D47FFD8B-A6F9-21A3-B726-28BA100ECD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755" y="3170582"/>
            <a:ext cx="472662" cy="572053"/>
          </a:xfrm>
          <a:prstGeom prst="rect">
            <a:avLst/>
          </a:prstGeom>
        </p:spPr>
      </p:pic>
      <p:pic>
        <p:nvPicPr>
          <p:cNvPr id="14" name="图形 13" descr="地球仪: 非洲和欧洲 纯色填充">
            <a:extLst>
              <a:ext uri="{FF2B5EF4-FFF2-40B4-BE49-F238E27FC236}">
                <a16:creationId xmlns:a16="http://schemas.microsoft.com/office/drawing/2014/main" id="{DFD7A232-285E-7D17-94DA-1BBAFB386D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757" y="4628322"/>
            <a:ext cx="494747" cy="47266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77E3775-9DBF-59B0-2031-CDAFB611EF77}"/>
              </a:ext>
            </a:extLst>
          </p:cNvPr>
          <p:cNvSpPr txBox="1"/>
          <p:nvPr/>
        </p:nvSpPr>
        <p:spPr>
          <a:xfrm>
            <a:off x="8801651" y="1176131"/>
            <a:ext cx="3025913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    Reference</a:t>
            </a:r>
            <a:endParaRPr lang="zh-CN" b="1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i="1" dirty="0"/>
              <a:t>Cabral, L. M. B., &amp; Ross, T. W. (2008). Are Sunk Costs a Barrier to Entry?</a:t>
            </a:r>
            <a:endParaRPr lang="en-US" i="1" dirty="0">
              <a:ea typeface="Source Sans Pro Light"/>
            </a:endParaRPr>
          </a:p>
          <a:p>
            <a:endParaRPr lang="en-US" i="1" dirty="0">
              <a:ea typeface="Source Sans Pro Light"/>
            </a:endParaRPr>
          </a:p>
          <a:p>
            <a:r>
              <a:rPr lang="en-US" i="1" dirty="0">
                <a:ea typeface="Source Sans Pro Light"/>
              </a:rPr>
              <a:t>Wei, J. T., Lin, S. Y., &amp; Wu, H. H. (2010). A review of the application of RFM model. African journal of business management, 4(19), 4199.</a:t>
            </a:r>
          </a:p>
          <a:p>
            <a:endParaRPr lang="en-US" i="1" dirty="0">
              <a:ea typeface="Source Sans Pro Light"/>
            </a:endParaRPr>
          </a:p>
          <a:p>
            <a:r>
              <a:rPr lang="en-US" i="1" dirty="0">
                <a:ea typeface="Source Sans Pro Light"/>
              </a:rPr>
              <a:t>Viljanen, M., Airola, A., Heikkonen, J., &amp; </a:t>
            </a:r>
            <a:r>
              <a:rPr lang="en-US" i="1" dirty="0" err="1">
                <a:ea typeface="Source Sans Pro Light"/>
              </a:rPr>
              <a:t>Pahikkala</a:t>
            </a:r>
            <a:r>
              <a:rPr lang="en-US" i="1" dirty="0">
                <a:ea typeface="Source Sans Pro Light"/>
              </a:rPr>
              <a:t>, T. (2017). Playtime measurement with survival analysis. IEEE Transactions on Games, 10(2), 128-138.</a:t>
            </a:r>
            <a:endParaRPr lang="en-US" dirty="0"/>
          </a:p>
          <a:p>
            <a:pPr algn="ctr"/>
            <a:endParaRPr lang="zh-CN" altLang="en-US" dirty="0">
              <a:ea typeface="Source Sans Pro Light"/>
            </a:endParaRPr>
          </a:p>
          <a:p>
            <a:endParaRPr lang="en-US" i="1" dirty="0">
              <a:ea typeface="Source Sans Pro Light"/>
            </a:endParaRPr>
          </a:p>
          <a:p>
            <a:endParaRPr lang="en-US" altLang="zh-CN" i="1" dirty="0">
              <a:ea typeface="Source Sans Pro Light"/>
            </a:endParaRPr>
          </a:p>
          <a:p>
            <a:endParaRPr lang="en-US" altLang="zh-CN" i="1" dirty="0">
              <a:ea typeface="Source Sans Pro Light"/>
            </a:endParaRPr>
          </a:p>
          <a:p>
            <a:pPr algn="ctr"/>
            <a:endParaRPr lang="zh-CN" altLang="en-US" dirty="0"/>
          </a:p>
        </p:txBody>
      </p:sp>
      <p:pic>
        <p:nvPicPr>
          <p:cNvPr id="17" name="图形 16" descr="书籍 纯色填充">
            <a:extLst>
              <a:ext uri="{FF2B5EF4-FFF2-40B4-BE49-F238E27FC236}">
                <a16:creationId xmlns:a16="http://schemas.microsoft.com/office/drawing/2014/main" id="{865BF4C0-513E-75A5-F6FF-DCCACCC44F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20539" y="1105453"/>
            <a:ext cx="461617" cy="4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3" grpId="0"/>
      <p:bldP spid="7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354"/>
            <a:ext cx="11277600" cy="1325563"/>
          </a:xfrm>
        </p:spPr>
        <p:txBody>
          <a:bodyPr/>
          <a:lstStyle/>
          <a:p>
            <a:r>
              <a:rPr lang="en-US" dirty="0"/>
              <a:t>Understanding churn</a:t>
            </a:r>
            <a:endParaRPr lang="zh-CN" alt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B81083FB-A085-49A6-86D0-C27C10E0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5A50E3A-08FC-486C-97F2-111E4673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CF5B70-7D9E-F653-2789-9A0F94B50FD0}"/>
              </a:ext>
            </a:extLst>
          </p:cNvPr>
          <p:cNvSpPr txBox="1"/>
          <p:nvPr/>
        </p:nvSpPr>
        <p:spPr>
          <a:xfrm>
            <a:off x="450300" y="5337520"/>
            <a:ext cx="5121600" cy="1223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 dirty="0">
                <a:latin typeface="+mj-lt"/>
                <a:ea typeface="+mj-lt"/>
                <a:cs typeface="+mj-lt"/>
              </a:rPr>
              <a:t> Critical Questions for the Data </a:t>
            </a:r>
          </a:p>
          <a:p>
            <a:r>
              <a:rPr lang="en-US" sz="1050" b="1" dirty="0"/>
              <a:t>Definition Calibration :</a:t>
            </a:r>
            <a:r>
              <a:rPr lang="en-US" sz="1050" dirty="0"/>
              <a:t> In Paradox titles, how do we distinguish between a 'natural break' after a long campaign and actual churn?</a:t>
            </a:r>
            <a:endParaRPr lang="en-US" sz="1050" dirty="0">
              <a:ea typeface="Source Sans Pro Light"/>
            </a:endParaRPr>
          </a:p>
          <a:p>
            <a:endParaRPr lang="en-US" sz="1050" dirty="0">
              <a:ea typeface="Source Sans Pro Light"/>
            </a:endParaRPr>
          </a:p>
          <a:p>
            <a:r>
              <a:rPr lang="en-US" sz="1050" b="1" dirty="0"/>
              <a:t>External Events :</a:t>
            </a:r>
            <a:r>
              <a:rPr lang="en-US" sz="1050" dirty="0"/>
              <a:t>  Are there specific dates for Major DLC releases or Server outages associated with these data points?</a:t>
            </a:r>
            <a:endParaRPr lang="en-US" sz="1050" dirty="0">
              <a:ea typeface="Source Sans Pro Light"/>
            </a:endParaRPr>
          </a:p>
          <a:p>
            <a:pPr algn="ctr"/>
            <a:endParaRPr lang="zh-CN" altLang="en-US" sz="1050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A64240-D51D-6A41-CD65-EC01502A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20" t="8892" r="19856"/>
          <a:stretch>
            <a:fillRect/>
          </a:stretch>
        </p:blipFill>
        <p:spPr>
          <a:xfrm>
            <a:off x="261150" y="1751482"/>
            <a:ext cx="3135300" cy="236696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A6F8E-8866-FA27-967B-2125C4768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701414"/>
              </p:ext>
            </p:extLst>
          </p:nvPr>
        </p:nvGraphicFramePr>
        <p:xfrm>
          <a:off x="3540300" y="1396198"/>
          <a:ext cx="3846900" cy="3657600"/>
        </p:xfrm>
        <a:graphic>
          <a:graphicData uri="http://schemas.openxmlformats.org/drawingml/2006/table">
            <a:tbl>
              <a:tblPr/>
              <a:tblGrid>
                <a:gridCol w="1282300">
                  <a:extLst>
                    <a:ext uri="{9D8B030D-6E8A-4147-A177-3AD203B41FA5}">
                      <a16:colId xmlns:a16="http://schemas.microsoft.com/office/drawing/2014/main" val="1274967756"/>
                    </a:ext>
                  </a:extLst>
                </a:gridCol>
                <a:gridCol w="1282300">
                  <a:extLst>
                    <a:ext uri="{9D8B030D-6E8A-4147-A177-3AD203B41FA5}">
                      <a16:colId xmlns:a16="http://schemas.microsoft.com/office/drawing/2014/main" val="4224251085"/>
                    </a:ext>
                  </a:extLst>
                </a:gridCol>
                <a:gridCol w="1282300">
                  <a:extLst>
                    <a:ext uri="{9D8B030D-6E8A-4147-A177-3AD203B41FA5}">
                      <a16:colId xmlns:a16="http://schemas.microsoft.com/office/drawing/2014/main" val="1868648307"/>
                    </a:ext>
                  </a:extLst>
                </a:gridCol>
              </a:tblGrid>
              <a:tr h="415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Key Analysis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Visualization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Business Insight</a:t>
                      </a:r>
                      <a:endParaRPr lang="zh-CN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581100"/>
                  </a:ext>
                </a:extLst>
              </a:tr>
              <a:tr h="727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B0F0"/>
                          </a:solidFill>
                          <a:effectLst/>
                          <a:latin typeface="Google Sans Text"/>
                        </a:rPr>
                        <a:t>Cohort Analysis</a:t>
                      </a:r>
                      <a:endParaRPr lang="en-US" dirty="0">
                        <a:solidFill>
                          <a:srgbClr val="00B0F0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effectLst/>
                          <a:latin typeface="Google Sans Text"/>
                        </a:rPr>
                        <a:t>Survival Curves</a:t>
                      </a:r>
                      <a:endParaRPr lang="en-US">
                        <a:solidFill>
                          <a:srgbClr val="00B0F0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effectLst/>
                          <a:latin typeface="Google Sans Text"/>
                        </a:rPr>
                        <a:t>When do players leave?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203801"/>
                  </a:ext>
                </a:extLst>
              </a:tr>
              <a:tr h="727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Correlation Analysis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Activity Decile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Which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behaviors signal the risk?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74"/>
                  </a:ext>
                </a:extLst>
              </a:tr>
              <a:tr h="727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User Segmentation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Geographical Heatmap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Where/Who is leaving?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628048"/>
                  </a:ext>
                </a:extLst>
              </a:tr>
            </a:tbl>
          </a:graphicData>
        </a:graphic>
      </p:graphicFrame>
      <p:pic>
        <p:nvPicPr>
          <p:cNvPr id="13" name="Picture 1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0E9CAF10-CB2B-4155-D3D7-824655130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050" y="2176432"/>
            <a:ext cx="3910800" cy="23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5201-2A78-7A1D-5193-3A461891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D6CE-42E0-8547-75EB-6C059B24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</p:spPr>
        <p:txBody>
          <a:bodyPr/>
          <a:lstStyle/>
          <a:p>
            <a:r>
              <a:rPr lang="en-US" dirty="0"/>
              <a:t>Predicting churn </a:t>
            </a:r>
            <a:endParaRPr lang="zh-CN" alt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01C4576-D92A-6199-7E28-E795054C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8FBA36C-4345-3F58-D4AA-3BC786EA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6" name="Picture Placeholder 8" descr="Close up of frosty covered pine needles&#10;&#10;">
            <a:extLst>
              <a:ext uri="{FF2B5EF4-FFF2-40B4-BE49-F238E27FC236}">
                <a16:creationId xmlns:a16="http://schemas.microsoft.com/office/drawing/2014/main" id="{C74CB0A0-6212-E444-9088-FA660706FF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2628" y="685799"/>
            <a:ext cx="3200400" cy="594582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4EB19AA-5ABB-948B-44C5-E784930E82EC}"/>
              </a:ext>
            </a:extLst>
          </p:cNvPr>
          <p:cNvSpPr txBox="1"/>
          <p:nvPr/>
        </p:nvSpPr>
        <p:spPr>
          <a:xfrm>
            <a:off x="8801651" y="1176131"/>
            <a:ext cx="302591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    F</a:t>
            </a:r>
            <a:r>
              <a:rPr lang="en-US" altLang="zh-CN" b="1" dirty="0">
                <a:solidFill>
                  <a:srgbClr val="FF0000"/>
                </a:solidFill>
                <a:ea typeface="+mn-lt"/>
                <a:cs typeface="+mn-lt"/>
              </a:rPr>
              <a:t>eature Engineering</a:t>
            </a:r>
            <a:endParaRPr lang="en-US" i="1" dirty="0">
              <a:ea typeface="Source Sans Pro Light"/>
            </a:endParaRPr>
          </a:p>
          <a:p>
            <a:endParaRPr lang="en-US" i="1" dirty="0">
              <a:ea typeface="Source Sans Pro Light"/>
            </a:endParaRPr>
          </a:p>
          <a:p>
            <a:pPr algn="ctr"/>
            <a:endParaRPr lang="zh-CN" dirty="0">
              <a:ea typeface="Source Sans Pro Light"/>
            </a:endParaRPr>
          </a:p>
          <a:p>
            <a:endParaRPr lang="en-US" i="1" dirty="0">
              <a:ea typeface="Source Sans Pro Light"/>
            </a:endParaRPr>
          </a:p>
          <a:p>
            <a:endParaRPr lang="en-US" altLang="zh-CN" i="1" dirty="0">
              <a:ea typeface="Source Sans Pro Light"/>
            </a:endParaRPr>
          </a:p>
          <a:p>
            <a:endParaRPr lang="en-US" altLang="zh-CN" i="1" dirty="0">
              <a:ea typeface="Source Sans Pro Light"/>
            </a:endParaRPr>
          </a:p>
          <a:p>
            <a:pPr algn="ctr"/>
            <a:endParaRPr lang="zh-CN" altLang="en-US" dirty="0"/>
          </a:p>
        </p:txBody>
      </p:sp>
      <p:pic>
        <p:nvPicPr>
          <p:cNvPr id="20" name="图形 19" descr="书籍 纯色填充">
            <a:extLst>
              <a:ext uri="{FF2B5EF4-FFF2-40B4-BE49-F238E27FC236}">
                <a16:creationId xmlns:a16="http://schemas.microsoft.com/office/drawing/2014/main" id="{8C4976E4-7EE2-CD92-A221-02833C3D3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0539" y="1105453"/>
            <a:ext cx="461617" cy="483703"/>
          </a:xfrm>
          <a:prstGeom prst="rect">
            <a:avLst/>
          </a:prstGeom>
        </p:spPr>
      </p:pic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6278B984-751A-7695-AD93-8834E0862A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3" t="7193" r="3581" b="5179"/>
          <a:stretch>
            <a:fillRect/>
          </a:stretch>
        </p:blipFill>
        <p:spPr>
          <a:xfrm>
            <a:off x="150562" y="1347304"/>
            <a:ext cx="8381749" cy="47819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F9FCB5-1F22-3FC4-AE64-2EF8010D8450}"/>
              </a:ext>
            </a:extLst>
          </p:cNvPr>
          <p:cNvSpPr txBox="1"/>
          <p:nvPr/>
        </p:nvSpPr>
        <p:spPr>
          <a:xfrm>
            <a:off x="8801651" y="1859339"/>
            <a:ext cx="2844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100" dirty="0"/>
              <a:t>Velocity: How fast players are progressing.</a:t>
            </a:r>
          </a:p>
          <a:p>
            <a:endParaRPr lang="en-SE" sz="1100" dirty="0"/>
          </a:p>
          <a:p>
            <a:r>
              <a:rPr lang="en-SE" sz="1100" dirty="0"/>
              <a:t>Value: How much players have invested in the past, and whether it's worth the effort to recover it.</a:t>
            </a:r>
          </a:p>
          <a:p>
            <a:endParaRPr lang="en-SE" sz="1100" dirty="0"/>
          </a:p>
          <a:p>
            <a:r>
              <a:rPr lang="en-SE" sz="1100" dirty="0"/>
              <a:t>Venue: Whether external factors are contributing to the situation.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DA19E-D042-2BB4-109B-7D4EF5E00F2F}"/>
              </a:ext>
            </a:extLst>
          </p:cNvPr>
          <p:cNvSpPr txBox="1"/>
          <p:nvPr/>
        </p:nvSpPr>
        <p:spPr>
          <a:xfrm>
            <a:off x="8722873" y="4238655"/>
            <a:ext cx="31001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 err="1">
                <a:ea typeface="Source Sans Pro Light"/>
              </a:rPr>
              <a:t>Alboukaey</a:t>
            </a:r>
            <a:r>
              <a:rPr lang="en-US" sz="1000" i="1" dirty="0">
                <a:ea typeface="Source Sans Pro Light"/>
              </a:rPr>
              <a:t>, N., Joukhadar, A., &amp; </a:t>
            </a:r>
            <a:r>
              <a:rPr lang="en-US" sz="1000" i="1" dirty="0" err="1">
                <a:ea typeface="Source Sans Pro Light"/>
              </a:rPr>
              <a:t>Ghneim</a:t>
            </a:r>
            <a:r>
              <a:rPr lang="en-US" sz="1000" i="1" dirty="0">
                <a:ea typeface="Source Sans Pro Light"/>
              </a:rPr>
              <a:t>, N. (2020). Dynamic behavior based churn prediction in mobile telecom. Expert Systems with Applications, 162, 113779.</a:t>
            </a:r>
            <a:endParaRPr lang="en-SE" sz="1000" i="1" dirty="0">
              <a:ea typeface="Source Sans Pro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D057A-C941-1B0A-10C9-B7798AC966D4}"/>
              </a:ext>
            </a:extLst>
          </p:cNvPr>
          <p:cNvSpPr txBox="1"/>
          <p:nvPr/>
        </p:nvSpPr>
        <p:spPr>
          <a:xfrm>
            <a:off x="8722873" y="3429000"/>
            <a:ext cx="284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 err="1">
                <a:ea typeface="Source Sans Pro Light"/>
              </a:rPr>
              <a:t>Castéran</a:t>
            </a:r>
            <a:r>
              <a:rPr lang="en-US" sz="1000" i="1" dirty="0">
                <a:ea typeface="Source Sans Pro Light"/>
              </a:rPr>
              <a:t>, H., Meyer-</a:t>
            </a:r>
            <a:r>
              <a:rPr lang="en-US" sz="1000" i="1" dirty="0" err="1">
                <a:ea typeface="Source Sans Pro Light"/>
              </a:rPr>
              <a:t>Waarden</a:t>
            </a:r>
            <a:r>
              <a:rPr lang="en-US" sz="1000" i="1" dirty="0">
                <a:ea typeface="Source Sans Pro Light"/>
              </a:rPr>
              <a:t>, L., &amp; Reinartz, W. (2021). Modeling customer lifetime value, retention, and churn. In Handbook of market research (pp. 1001-1033). Cham: Springer International Publishing.</a:t>
            </a:r>
            <a:endParaRPr lang="en-SE" sz="1000" i="1" dirty="0">
              <a:ea typeface="Source Sans Pro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0358D-AE60-550F-6ADD-5B5FF32E581A}"/>
              </a:ext>
            </a:extLst>
          </p:cNvPr>
          <p:cNvSpPr txBox="1"/>
          <p:nvPr/>
        </p:nvSpPr>
        <p:spPr>
          <a:xfrm>
            <a:off x="8801651" y="4828531"/>
            <a:ext cx="28820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ea typeface="Source Sans Pro Light"/>
              </a:rPr>
              <a:t>Masrur, A., Yu, M., Mitra, P., </a:t>
            </a:r>
            <a:r>
              <a:rPr lang="en-US" sz="1000" i="1" dirty="0" err="1">
                <a:ea typeface="Source Sans Pro Light"/>
              </a:rPr>
              <a:t>Peuquet</a:t>
            </a:r>
            <a:r>
              <a:rPr lang="en-US" sz="1000" i="1" dirty="0">
                <a:ea typeface="Source Sans Pro Light"/>
              </a:rPr>
              <a:t>, D., &amp; Taylor, A. (2022). Interpretable machine learning for </a:t>
            </a:r>
            <a:r>
              <a:rPr lang="en-US" sz="1000" i="1" dirty="0" err="1">
                <a:ea typeface="Source Sans Pro Light"/>
              </a:rPr>
              <a:t>analysing</a:t>
            </a:r>
            <a:r>
              <a:rPr lang="en-US" sz="1000" i="1" dirty="0">
                <a:ea typeface="Source Sans Pro Light"/>
              </a:rPr>
              <a:t> heterogeneous drivers of geographic events in space-time. International Journal of Geographical Information Science, 36(4), 692-719.</a:t>
            </a:r>
            <a:endParaRPr lang="en-SE" sz="1000" i="1" dirty="0">
              <a:ea typeface="Source Sans Pro Ligh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1A02E-D47F-FA10-207C-6BC81F819646}"/>
              </a:ext>
            </a:extLst>
          </p:cNvPr>
          <p:cNvSpPr txBox="1"/>
          <p:nvPr/>
        </p:nvSpPr>
        <p:spPr>
          <a:xfrm>
            <a:off x="8893387" y="5730079"/>
            <a:ext cx="26742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ea typeface="Source Sans Pro Light"/>
              </a:rPr>
              <a:t>Chen, T., &amp; </a:t>
            </a:r>
            <a:r>
              <a:rPr lang="en-US" sz="1000" i="1" dirty="0" err="1">
                <a:ea typeface="Source Sans Pro Light"/>
              </a:rPr>
              <a:t>Guestrin</a:t>
            </a:r>
            <a:r>
              <a:rPr lang="en-US" sz="1000" i="1" dirty="0">
                <a:ea typeface="Source Sans Pro Light"/>
              </a:rPr>
              <a:t>, C. (2016, August). </a:t>
            </a:r>
            <a:r>
              <a:rPr lang="en-US" sz="1000" i="1" dirty="0" err="1">
                <a:ea typeface="Source Sans Pro Light"/>
              </a:rPr>
              <a:t>Xgboost</a:t>
            </a:r>
            <a:r>
              <a:rPr lang="en-US" sz="1000" i="1" dirty="0">
                <a:ea typeface="Source Sans Pro Light"/>
              </a:rPr>
              <a:t>: A scalable tree boosting system. In Proceedings of the 22nd </a:t>
            </a:r>
            <a:r>
              <a:rPr lang="en-US" sz="1000" i="1" dirty="0" err="1">
                <a:ea typeface="Source Sans Pro Light"/>
              </a:rPr>
              <a:t>acm</a:t>
            </a:r>
            <a:r>
              <a:rPr lang="en-US" sz="1000" i="1" dirty="0">
                <a:ea typeface="Source Sans Pro Light"/>
              </a:rPr>
              <a:t> </a:t>
            </a:r>
            <a:r>
              <a:rPr lang="en-US" sz="1000" i="1" dirty="0" err="1">
                <a:ea typeface="Source Sans Pro Light"/>
              </a:rPr>
              <a:t>sigkdd</a:t>
            </a:r>
            <a:r>
              <a:rPr lang="en-US" sz="1000" i="1" dirty="0">
                <a:ea typeface="Source Sans Pro Light"/>
              </a:rPr>
              <a:t> international conference on knowledge discovery and data mining (pp. 785-794).</a:t>
            </a:r>
            <a:endParaRPr lang="en-SE" sz="1000" i="1" dirty="0">
              <a:ea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774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18" grpId="0"/>
      <p:bldP spid="8" grpId="0"/>
      <p:bldP spid="10" grpId="0"/>
      <p:bldP spid="12" grpId="0"/>
      <p:bldP spid="14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</p:spPr>
        <p:txBody>
          <a:bodyPr/>
          <a:lstStyle/>
          <a:p>
            <a:r>
              <a:rPr lang="en-US" dirty="0"/>
              <a:t>Business impact &amp;Limitations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640" y="1844259"/>
            <a:ext cx="3657600" cy="823912"/>
          </a:xfrm>
        </p:spPr>
        <p:txBody>
          <a:bodyPr>
            <a:normAutofit/>
          </a:bodyPr>
          <a:lstStyle/>
          <a:p>
            <a:r>
              <a:rPr lang="en-US" dirty="0"/>
              <a:t>B</a:t>
            </a:r>
            <a:r>
              <a:rPr lang="en-US" altLang="zh-CN" dirty="0"/>
              <a:t>usiness impact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018B6D-E395-49AD-92AD-AD69E3AB4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0133" y="1808163"/>
            <a:ext cx="4703841" cy="823912"/>
          </a:xfrm>
        </p:spPr>
        <p:txBody>
          <a:bodyPr>
            <a:normAutofit/>
          </a:bodyPr>
          <a:lstStyle/>
          <a:p>
            <a:r>
              <a:rPr lang="en-US" dirty="0"/>
              <a:t>Limitations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D1B7998-8962-D08F-6C08-3E40273586B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127429662"/>
              </p:ext>
            </p:extLst>
          </p:nvPr>
        </p:nvGraphicFramePr>
        <p:xfrm>
          <a:off x="1214908" y="2435325"/>
          <a:ext cx="10081894" cy="3509010"/>
        </p:xfrm>
        <a:graphic>
          <a:graphicData uri="http://schemas.openxmlformats.org/drawingml/2006/table">
            <a:tbl>
              <a:tblPr/>
              <a:tblGrid>
                <a:gridCol w="4849519">
                  <a:extLst>
                    <a:ext uri="{9D8B030D-6E8A-4147-A177-3AD203B41FA5}">
                      <a16:colId xmlns:a16="http://schemas.microsoft.com/office/drawing/2014/main" val="331301699"/>
                    </a:ext>
                  </a:extLst>
                </a:gridCol>
                <a:gridCol w="5232375">
                  <a:extLst>
                    <a:ext uri="{9D8B030D-6E8A-4147-A177-3AD203B41FA5}">
                      <a16:colId xmlns:a16="http://schemas.microsoft.com/office/drawing/2014/main" val="3707165296"/>
                    </a:ext>
                  </a:extLst>
                </a:gridCol>
              </a:tblGrid>
              <a:tr h="5277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I. Business Actions (Saving the Player)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656" marR="24714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II. Limitations (Navigating the Risks)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656" marR="29656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170607"/>
                  </a:ext>
                </a:extLst>
              </a:tr>
              <a:tr h="5277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Targeted Interventions based on Churn Signals: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656" marR="24714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Critical Awareness for Decision Making: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9656" marR="29656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336204"/>
                  </a:ext>
                </a:extLst>
              </a:tr>
              <a:tr h="817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Veteran Loyalty Hook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Push exclusive DLC previews to high-investment players showing decay.</a:t>
                      </a:r>
                    </a:p>
                  </a:txBody>
                  <a:tcPr marL="29656" marR="24714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Survival Bias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Our model only "sees" players who made it past day 1; it misses early-</a:t>
                      </a:r>
                      <a:r>
                        <a:rPr lang="en-US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exiters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29656" marR="29656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130258"/>
                  </a:ext>
                </a:extLst>
              </a:tr>
              <a:tr h="817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Newcomer Support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Provide guides/starter bundles to players struggling with game friction.</a:t>
                      </a:r>
                    </a:p>
                  </a:txBody>
                  <a:tcPr marL="29656" marR="24714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Correlation vs. Causality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A session drop might be due to external factors (e.g., a competitor’s release).</a:t>
                      </a:r>
                    </a:p>
                  </a:txBody>
                  <a:tcPr marL="29656" marR="29656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072404"/>
                  </a:ext>
                </a:extLst>
              </a:tr>
              <a:tr h="817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Proactive Feedback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Trigger micro-surveys at the "Soft Churn" point to identify bug-related exits.</a:t>
                      </a:r>
                    </a:p>
                  </a:txBody>
                  <a:tcPr marL="29656" marR="24714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Missing Signals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Lack of social data (friends' activity) and technical logs (crashes).</a:t>
                      </a:r>
                    </a:p>
                  </a:txBody>
                  <a:tcPr marL="29656" marR="29656" marT="32951" marB="3295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30601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C16FA-62DC-4D56-810F-B1F6F94E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93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7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EF2"/>
      </a:accent1>
      <a:accent2>
        <a:srgbClr val="9CD3D9"/>
      </a:accent2>
      <a:accent3>
        <a:srgbClr val="387373"/>
      </a:accent3>
      <a:accent4>
        <a:srgbClr val="022E40"/>
      </a:accent4>
      <a:accent5>
        <a:srgbClr val="F2E4C9"/>
      </a:accent5>
      <a:accent6>
        <a:srgbClr val="FFFFF5"/>
      </a:accent6>
      <a:hlink>
        <a:srgbClr val="0563C1"/>
      </a:hlink>
      <a:folHlink>
        <a:srgbClr val="954F72"/>
      </a:folHlink>
    </a:clrScheme>
    <a:fontScheme name="Custom 114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nowscape_tm44613219_Win32_JB_SL_v3" id="{1C87AC08-773C-4510-A4A8-B1D3594C4029}" vid="{72F6DBE6-EDB8-4427-B790-8ECF5ED625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1B5A3C-8B2E-4B35-A109-4713D9D356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576AF5-45CB-4D7F-8506-5C2B8F7E0C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473F6E9-2FA5-4F36-A42B-ED7213C4AA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Snowscape presentation</Template>
  <TotalTime>1430</TotalTime>
  <Words>618</Words>
  <Application>Microsoft Office PowerPoint</Application>
  <PresentationFormat>Widescreen</PresentationFormat>
  <Paragraphs>79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Google Sans Text</vt:lpstr>
      <vt:lpstr>Arial</vt:lpstr>
      <vt:lpstr>Bodoni MT</vt:lpstr>
      <vt:lpstr>Calibri</vt:lpstr>
      <vt:lpstr>Source Sans Pro Light</vt:lpstr>
      <vt:lpstr>Office Theme</vt:lpstr>
      <vt:lpstr>Player Churn Analysis Framework</vt:lpstr>
      <vt:lpstr>Data Foundations  </vt:lpstr>
      <vt:lpstr>Understanding churn</vt:lpstr>
      <vt:lpstr>Predicting churn </vt:lpstr>
      <vt:lpstr>Business impact &amp;Limitations</vt:lpstr>
    </vt:vector>
  </TitlesOfParts>
  <Company>Ericsson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Tingting Lyu</dc:creator>
  <cp:lastModifiedBy>Tingting Lyu</cp:lastModifiedBy>
  <cp:revision>1</cp:revision>
  <dcterms:created xsi:type="dcterms:W3CDTF">2026-03-09T13:32:48Z</dcterms:created>
  <dcterms:modified xsi:type="dcterms:W3CDTF">2026-03-10T13:23:13Z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